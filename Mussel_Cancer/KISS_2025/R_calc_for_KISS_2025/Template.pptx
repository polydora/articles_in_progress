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 showGuides="1">
      <p:cViewPr varScale="1">
        <p:scale>
          <a:sx n="161" d="100"/>
          <a:sy n="161" d="100"/>
        </p:scale>
        <p:origin x="560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57200" rtl="0" eaLnBrk="1" latinLnBrk="0" hangingPunct="1">
        <a:spcBef>
          <a:spcPts val="13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57200" rtl="0" eaLnBrk="1" latinLnBrk="0" hangingPunct="1">
        <a:spcBef>
          <a:spcPts val="13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57200" rtl="0" eaLnBrk="1" latinLnBrk="0" hangingPunct="1">
        <a:spcBef>
          <a:spcPts val="13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4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indent="-457200" algn="l" defTabSz="457200" rtl="0" eaLnBrk="1" latinLnBrk="0" hangingPunct="1">
        <a:spcBef>
          <a:spcPts val="13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54910"/>
            <a:ext cx="12192000" cy="11023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</a:p>
        </p:txBody>
      </p:sp>
      <p:sp>
        <p:nvSpPr>
          <p:cNvPr id="4" name="Подзаголовок 3"/>
          <p:cNvSpPr/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/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Cambria Math</vt:lpstr>
      <vt:lpstr>Calibri</vt:lpstr>
      <vt:lpstr>Microsoft YaHei</vt:lpstr>
      <vt:lpstr>Arial Unicode MS</vt:lpstr>
      <vt:lpstr>MS Mincho</vt:lpstr>
      <vt:lpstr>Liberation Mono</vt:lpstr>
      <vt:lpstr>Office Theme</vt:lpstr>
      <vt:lpstr>Экологические аспекты распространения трансмиссивной неоплазии двустворчатых моллюсков (BTN) в поселениях мидий Тауйской губы Охотского моря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Экологические аспекты распространения трансмиссивной неоплазии двустворчатых моллюсков (BTN) в поселениях мидий Тауйской губы Охотского моря</dc:title>
  <dc:creator>В.М.Хайтов, Ю.Т.Маченко, И.В.Кожин, М.А.Майорова, С.С.Малавенда, П.П.Стрелков</dc:creator>
  <cp:lastModifiedBy>google1599737165</cp:lastModifiedBy>
  <cp:revision>6</cp:revision>
  <dcterms:created xsi:type="dcterms:W3CDTF">2025-10-05T14:35:00Z</dcterms:created>
  <dcterms:modified xsi:type="dcterms:W3CDTF">2025-10-05T14:51:07Z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output">
    <vt:lpwstr>powerpoint_presentation</vt:lpwstr>
  </property>
  <property fmtid="{D5CDD505-2E9C-101B-9397-08002B2CF9AE}" pid="4" name="ICV">
    <vt:lpwstr>9B80DF506DCC4319AA0AEFBB3DF90CEB_13</vt:lpwstr>
  </property>
  <property fmtid="{D5CDD505-2E9C-101B-9397-08002B2CF9AE}" pid="5" name="KSOProductBuildVer">
    <vt:lpwstr>1049-12.2.0.22549</vt:lpwstr>
  </property>
</Properties>
</file>