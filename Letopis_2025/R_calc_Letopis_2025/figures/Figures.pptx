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36"/>
        <p:guide pos="3846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Изображение 3" descr="korg-orthophoto"/>
          <p:cNvPicPr>
            <a:picLocks noChangeAspect="1"/>
          </p:cNvPicPr>
          <p:nvPr/>
        </p:nvPicPr>
        <p:blipFill>
          <a:blip r:embed="rId1"/>
          <a:srcRect t="1931" r="38368" b="32991"/>
          <a:stretch>
            <a:fillRect/>
          </a:stretch>
        </p:blipFill>
        <p:spPr>
          <a:xfrm>
            <a:off x="1457960" y="231775"/>
            <a:ext cx="7327900" cy="6394450"/>
          </a:xfrm>
          <a:prstGeom prst="rect">
            <a:avLst/>
          </a:prstGeom>
        </p:spPr>
      </p:pic>
      <p:sp>
        <p:nvSpPr>
          <p:cNvPr id="5" name="Полилиния 4"/>
          <p:cNvSpPr/>
          <p:nvPr/>
        </p:nvSpPr>
        <p:spPr>
          <a:xfrm>
            <a:off x="1453515" y="324485"/>
            <a:ext cx="3856990" cy="2889885"/>
          </a:xfrm>
          <a:custGeom>
            <a:avLst/>
            <a:gdLst>
              <a:gd name="connsiteX0" fmla="*/ 1127 w 6074"/>
              <a:gd name="connsiteY0" fmla="*/ 0 h 4551"/>
              <a:gd name="connsiteX1" fmla="*/ 1742 w 6074"/>
              <a:gd name="connsiteY1" fmla="*/ 234 h 4551"/>
              <a:gd name="connsiteX2" fmla="*/ 2795 w 6074"/>
              <a:gd name="connsiteY2" fmla="*/ 863 h 4551"/>
              <a:gd name="connsiteX3" fmla="*/ 3805 w 6074"/>
              <a:gd name="connsiteY3" fmla="*/ 1346 h 4551"/>
              <a:gd name="connsiteX4" fmla="*/ 4786 w 6074"/>
              <a:gd name="connsiteY4" fmla="*/ 1932 h 4551"/>
              <a:gd name="connsiteX5" fmla="*/ 5766 w 6074"/>
              <a:gd name="connsiteY5" fmla="*/ 2693 h 4551"/>
              <a:gd name="connsiteX6" fmla="*/ 6074 w 6074"/>
              <a:gd name="connsiteY6" fmla="*/ 3351 h 4551"/>
              <a:gd name="connsiteX7" fmla="*/ 5635 w 6074"/>
              <a:gd name="connsiteY7" fmla="*/ 4244 h 4551"/>
              <a:gd name="connsiteX8" fmla="*/ 4830 w 6074"/>
              <a:gd name="connsiteY8" fmla="*/ 4551 h 4551"/>
              <a:gd name="connsiteX9" fmla="*/ 4083 w 6074"/>
              <a:gd name="connsiteY9" fmla="*/ 4215 h 4551"/>
              <a:gd name="connsiteX10" fmla="*/ 2898 w 6074"/>
              <a:gd name="connsiteY10" fmla="*/ 3658 h 4551"/>
              <a:gd name="connsiteX11" fmla="*/ 2269 w 6074"/>
              <a:gd name="connsiteY11" fmla="*/ 3088 h 4551"/>
              <a:gd name="connsiteX12" fmla="*/ 1156 w 6074"/>
              <a:gd name="connsiteY12" fmla="*/ 2693 h 4551"/>
              <a:gd name="connsiteX13" fmla="*/ 439 w 6074"/>
              <a:gd name="connsiteY13" fmla="*/ 2195 h 4551"/>
              <a:gd name="connsiteX14" fmla="*/ 44 w 6074"/>
              <a:gd name="connsiteY14" fmla="*/ 1610 h 4551"/>
              <a:gd name="connsiteX15" fmla="*/ 0 w 6074"/>
              <a:gd name="connsiteY15" fmla="*/ 1039 h 4551"/>
              <a:gd name="connsiteX16" fmla="*/ 293 w 6074"/>
              <a:gd name="connsiteY16" fmla="*/ 190 h 4551"/>
              <a:gd name="connsiteX17" fmla="*/ 1098 w 6074"/>
              <a:gd name="connsiteY17" fmla="*/ 0 h 4551"/>
              <a:gd name="connsiteX18" fmla="*/ 1083 w 6074"/>
              <a:gd name="connsiteY18" fmla="*/ 15 h 4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074" h="4551">
                <a:moveTo>
                  <a:pt x="1127" y="0"/>
                </a:moveTo>
                <a:lnTo>
                  <a:pt x="1742" y="234"/>
                </a:lnTo>
                <a:lnTo>
                  <a:pt x="2795" y="863"/>
                </a:lnTo>
                <a:lnTo>
                  <a:pt x="3805" y="1346"/>
                </a:lnTo>
                <a:lnTo>
                  <a:pt x="4786" y="1932"/>
                </a:lnTo>
                <a:lnTo>
                  <a:pt x="5766" y="2693"/>
                </a:lnTo>
                <a:lnTo>
                  <a:pt x="6074" y="3351"/>
                </a:lnTo>
                <a:lnTo>
                  <a:pt x="5635" y="4244"/>
                </a:lnTo>
                <a:lnTo>
                  <a:pt x="4830" y="4551"/>
                </a:lnTo>
                <a:lnTo>
                  <a:pt x="4083" y="4215"/>
                </a:lnTo>
                <a:lnTo>
                  <a:pt x="2898" y="3658"/>
                </a:lnTo>
                <a:lnTo>
                  <a:pt x="2269" y="3088"/>
                </a:lnTo>
                <a:lnTo>
                  <a:pt x="1156" y="2693"/>
                </a:lnTo>
                <a:lnTo>
                  <a:pt x="439" y="2195"/>
                </a:lnTo>
                <a:lnTo>
                  <a:pt x="44" y="1610"/>
                </a:lnTo>
                <a:lnTo>
                  <a:pt x="0" y="1039"/>
                </a:lnTo>
                <a:lnTo>
                  <a:pt x="293" y="190"/>
                </a:lnTo>
                <a:lnTo>
                  <a:pt x="1098" y="0"/>
                </a:lnTo>
                <a:lnTo>
                  <a:pt x="1083" y="15"/>
                </a:lnTo>
              </a:path>
            </a:pathLst>
          </a:cu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6" name="Полилиния 5"/>
          <p:cNvSpPr/>
          <p:nvPr/>
        </p:nvSpPr>
        <p:spPr>
          <a:xfrm>
            <a:off x="6239510" y="4190365"/>
            <a:ext cx="2304415" cy="1486535"/>
          </a:xfrm>
          <a:custGeom>
            <a:avLst/>
            <a:gdLst>
              <a:gd name="connsiteX0" fmla="*/ 2093 w 3629"/>
              <a:gd name="connsiteY0" fmla="*/ 88 h 2341"/>
              <a:gd name="connsiteX1" fmla="*/ 3161 w 3629"/>
              <a:gd name="connsiteY1" fmla="*/ 0 h 2341"/>
              <a:gd name="connsiteX2" fmla="*/ 3629 w 3629"/>
              <a:gd name="connsiteY2" fmla="*/ 761 h 2341"/>
              <a:gd name="connsiteX3" fmla="*/ 3088 w 3629"/>
              <a:gd name="connsiteY3" fmla="*/ 1492 h 2341"/>
              <a:gd name="connsiteX4" fmla="*/ 1405 w 3629"/>
              <a:gd name="connsiteY4" fmla="*/ 2166 h 2341"/>
              <a:gd name="connsiteX5" fmla="*/ 878 w 3629"/>
              <a:gd name="connsiteY5" fmla="*/ 2341 h 2341"/>
              <a:gd name="connsiteX6" fmla="*/ 234 w 3629"/>
              <a:gd name="connsiteY6" fmla="*/ 1770 h 2341"/>
              <a:gd name="connsiteX7" fmla="*/ 0 w 3629"/>
              <a:gd name="connsiteY7" fmla="*/ 1375 h 2341"/>
              <a:gd name="connsiteX8" fmla="*/ 483 w 3629"/>
              <a:gd name="connsiteY8" fmla="*/ 746 h 2341"/>
              <a:gd name="connsiteX9" fmla="*/ 2151 w 3629"/>
              <a:gd name="connsiteY9" fmla="*/ 88 h 2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629" h="2341">
                <a:moveTo>
                  <a:pt x="2093" y="88"/>
                </a:moveTo>
                <a:lnTo>
                  <a:pt x="3161" y="0"/>
                </a:lnTo>
                <a:lnTo>
                  <a:pt x="3629" y="761"/>
                </a:lnTo>
                <a:lnTo>
                  <a:pt x="3088" y="1492"/>
                </a:lnTo>
                <a:lnTo>
                  <a:pt x="1405" y="2166"/>
                </a:lnTo>
                <a:lnTo>
                  <a:pt x="878" y="2341"/>
                </a:lnTo>
                <a:lnTo>
                  <a:pt x="234" y="1770"/>
                </a:lnTo>
                <a:lnTo>
                  <a:pt x="0" y="1375"/>
                </a:lnTo>
                <a:lnTo>
                  <a:pt x="483" y="746"/>
                </a:lnTo>
                <a:lnTo>
                  <a:pt x="2151" y="88"/>
                </a:lnTo>
              </a:path>
            </a:pathLst>
          </a:cu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ru-RU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Изображение 3" descr="mat-orthophoto"/>
          <p:cNvPicPr>
            <a:picLocks noChangeAspect="1"/>
          </p:cNvPicPr>
          <p:nvPr/>
        </p:nvPicPr>
        <p:blipFill>
          <a:blip r:embed="rId1"/>
          <a:srcRect l="22784" t="27870" b="17167"/>
          <a:stretch>
            <a:fillRect/>
          </a:stretch>
        </p:blipFill>
        <p:spPr>
          <a:xfrm>
            <a:off x="1133475" y="0"/>
            <a:ext cx="9343390" cy="6696075"/>
          </a:xfrm>
          <a:prstGeom prst="rect">
            <a:avLst/>
          </a:prstGeom>
        </p:spPr>
      </p:pic>
      <p:sp>
        <p:nvSpPr>
          <p:cNvPr id="5" name="Полилиния 4"/>
          <p:cNvSpPr/>
          <p:nvPr/>
        </p:nvSpPr>
        <p:spPr>
          <a:xfrm>
            <a:off x="2443480" y="624840"/>
            <a:ext cx="7995920" cy="4886960"/>
          </a:xfrm>
          <a:custGeom>
            <a:avLst/>
            <a:gdLst>
              <a:gd name="connsiteX0" fmla="*/ 464 w 12592"/>
              <a:gd name="connsiteY0" fmla="*/ 960 h 7696"/>
              <a:gd name="connsiteX1" fmla="*/ 144 w 12592"/>
              <a:gd name="connsiteY1" fmla="*/ 1232 h 7696"/>
              <a:gd name="connsiteX2" fmla="*/ 112 w 12592"/>
              <a:gd name="connsiteY2" fmla="*/ 1680 h 7696"/>
              <a:gd name="connsiteX3" fmla="*/ 0 w 12592"/>
              <a:gd name="connsiteY3" fmla="*/ 2672 h 7696"/>
              <a:gd name="connsiteX4" fmla="*/ 848 w 12592"/>
              <a:gd name="connsiteY4" fmla="*/ 3744 h 7696"/>
              <a:gd name="connsiteX5" fmla="*/ 2224 w 12592"/>
              <a:gd name="connsiteY5" fmla="*/ 4784 h 7696"/>
              <a:gd name="connsiteX6" fmla="*/ 3248 w 12592"/>
              <a:gd name="connsiteY6" fmla="*/ 5712 h 7696"/>
              <a:gd name="connsiteX7" fmla="*/ 4800 w 12592"/>
              <a:gd name="connsiteY7" fmla="*/ 6208 h 7696"/>
              <a:gd name="connsiteX8" fmla="*/ 6736 w 12592"/>
              <a:gd name="connsiteY8" fmla="*/ 7104 h 7696"/>
              <a:gd name="connsiteX9" fmla="*/ 9472 w 12592"/>
              <a:gd name="connsiteY9" fmla="*/ 7696 h 7696"/>
              <a:gd name="connsiteX10" fmla="*/ 9664 w 12592"/>
              <a:gd name="connsiteY10" fmla="*/ 7696 h 7696"/>
              <a:gd name="connsiteX11" fmla="*/ 11616 w 12592"/>
              <a:gd name="connsiteY11" fmla="*/ 7616 h 7696"/>
              <a:gd name="connsiteX12" fmla="*/ 12336 w 12592"/>
              <a:gd name="connsiteY12" fmla="*/ 7376 h 7696"/>
              <a:gd name="connsiteX13" fmla="*/ 12592 w 12592"/>
              <a:gd name="connsiteY13" fmla="*/ 6624 h 7696"/>
              <a:gd name="connsiteX14" fmla="*/ 12576 w 12592"/>
              <a:gd name="connsiteY14" fmla="*/ 5456 h 7696"/>
              <a:gd name="connsiteX15" fmla="*/ 12000 w 12592"/>
              <a:gd name="connsiteY15" fmla="*/ 4800 h 7696"/>
              <a:gd name="connsiteX16" fmla="*/ 10544 w 12592"/>
              <a:gd name="connsiteY16" fmla="*/ 4192 h 7696"/>
              <a:gd name="connsiteX17" fmla="*/ 9056 w 12592"/>
              <a:gd name="connsiteY17" fmla="*/ 3136 h 7696"/>
              <a:gd name="connsiteX18" fmla="*/ 7424 w 12592"/>
              <a:gd name="connsiteY18" fmla="*/ 2208 h 7696"/>
              <a:gd name="connsiteX19" fmla="*/ 6096 w 12592"/>
              <a:gd name="connsiteY19" fmla="*/ 1424 h 7696"/>
              <a:gd name="connsiteX20" fmla="*/ 5200 w 12592"/>
              <a:gd name="connsiteY20" fmla="*/ 1024 h 7696"/>
              <a:gd name="connsiteX21" fmla="*/ 4208 w 12592"/>
              <a:gd name="connsiteY21" fmla="*/ 528 h 7696"/>
              <a:gd name="connsiteX22" fmla="*/ 3168 w 12592"/>
              <a:gd name="connsiteY22" fmla="*/ 224 h 7696"/>
              <a:gd name="connsiteX23" fmla="*/ 1872 w 12592"/>
              <a:gd name="connsiteY23" fmla="*/ 0 h 7696"/>
              <a:gd name="connsiteX24" fmla="*/ 1760 w 12592"/>
              <a:gd name="connsiteY24" fmla="*/ 0 h 7696"/>
              <a:gd name="connsiteX25" fmla="*/ 848 w 12592"/>
              <a:gd name="connsiteY25" fmla="*/ 464 h 7696"/>
              <a:gd name="connsiteX26" fmla="*/ 432 w 12592"/>
              <a:gd name="connsiteY26" fmla="*/ 1008 h 7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2592" h="7696">
                <a:moveTo>
                  <a:pt x="464" y="960"/>
                </a:moveTo>
                <a:lnTo>
                  <a:pt x="144" y="1232"/>
                </a:lnTo>
                <a:lnTo>
                  <a:pt x="112" y="1680"/>
                </a:lnTo>
                <a:lnTo>
                  <a:pt x="0" y="2672"/>
                </a:lnTo>
                <a:lnTo>
                  <a:pt x="848" y="3744"/>
                </a:lnTo>
                <a:lnTo>
                  <a:pt x="2224" y="4784"/>
                </a:lnTo>
                <a:lnTo>
                  <a:pt x="3248" y="5712"/>
                </a:lnTo>
                <a:lnTo>
                  <a:pt x="4800" y="6208"/>
                </a:lnTo>
                <a:lnTo>
                  <a:pt x="6736" y="7104"/>
                </a:lnTo>
                <a:lnTo>
                  <a:pt x="9472" y="7696"/>
                </a:lnTo>
                <a:lnTo>
                  <a:pt x="9664" y="7696"/>
                </a:lnTo>
                <a:lnTo>
                  <a:pt x="11616" y="7616"/>
                </a:lnTo>
                <a:lnTo>
                  <a:pt x="12336" y="7376"/>
                </a:lnTo>
                <a:lnTo>
                  <a:pt x="12592" y="6624"/>
                </a:lnTo>
                <a:lnTo>
                  <a:pt x="12576" y="5456"/>
                </a:lnTo>
                <a:lnTo>
                  <a:pt x="12000" y="4800"/>
                </a:lnTo>
                <a:lnTo>
                  <a:pt x="10544" y="4192"/>
                </a:lnTo>
                <a:lnTo>
                  <a:pt x="9056" y="3136"/>
                </a:lnTo>
                <a:lnTo>
                  <a:pt x="7424" y="2208"/>
                </a:lnTo>
                <a:lnTo>
                  <a:pt x="6096" y="1424"/>
                </a:lnTo>
                <a:lnTo>
                  <a:pt x="5200" y="1024"/>
                </a:lnTo>
                <a:lnTo>
                  <a:pt x="4208" y="528"/>
                </a:lnTo>
                <a:lnTo>
                  <a:pt x="3168" y="224"/>
                </a:lnTo>
                <a:lnTo>
                  <a:pt x="1872" y="0"/>
                </a:lnTo>
                <a:lnTo>
                  <a:pt x="1760" y="0"/>
                </a:lnTo>
                <a:lnTo>
                  <a:pt x="848" y="464"/>
                </a:lnTo>
                <a:lnTo>
                  <a:pt x="432" y="1008"/>
                </a:lnTo>
              </a:path>
            </a:pathLst>
          </a:cu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ru-RU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Изображение 3" descr="vor2-orthophoto"/>
          <p:cNvPicPr>
            <a:picLocks noChangeAspect="1"/>
          </p:cNvPicPr>
          <p:nvPr/>
        </p:nvPicPr>
        <p:blipFill>
          <a:blip r:embed="rId1"/>
          <a:srcRect l="43861" t="24723" r="1384" b="27832"/>
          <a:stretch>
            <a:fillRect/>
          </a:stretch>
        </p:blipFill>
        <p:spPr>
          <a:xfrm rot="7860000">
            <a:off x="3475355" y="206375"/>
            <a:ext cx="5998210" cy="6320155"/>
          </a:xfrm>
          <a:prstGeom prst="rect">
            <a:avLst/>
          </a:prstGeom>
        </p:spPr>
      </p:pic>
      <p:sp>
        <p:nvSpPr>
          <p:cNvPr id="5" name="Полилиния 4"/>
          <p:cNvSpPr/>
          <p:nvPr/>
        </p:nvSpPr>
        <p:spPr>
          <a:xfrm>
            <a:off x="4668520" y="391160"/>
            <a:ext cx="4348480" cy="3271520"/>
          </a:xfrm>
          <a:custGeom>
            <a:avLst/>
            <a:gdLst>
              <a:gd name="connisteX0" fmla="*/ 0 w 4348480"/>
              <a:gd name="connsiteY0" fmla="*/ 2936240 h 3271520"/>
              <a:gd name="connisteX1" fmla="*/ 294640 w 4348480"/>
              <a:gd name="connsiteY1" fmla="*/ 2286000 h 3271520"/>
              <a:gd name="connisteX2" fmla="*/ 934720 w 4348480"/>
              <a:gd name="connsiteY2" fmla="*/ 1778000 h 3271520"/>
              <a:gd name="connisteX3" fmla="*/ 1483360 w 4348480"/>
              <a:gd name="connsiteY3" fmla="*/ 1016000 h 3271520"/>
              <a:gd name="connisteX4" fmla="*/ 1788160 w 4348480"/>
              <a:gd name="connsiteY4" fmla="*/ 325120 h 3271520"/>
              <a:gd name="connisteX5" fmla="*/ 2225040 w 4348480"/>
              <a:gd name="connsiteY5" fmla="*/ 0 h 3271520"/>
              <a:gd name="connisteX6" fmla="*/ 2956560 w 4348480"/>
              <a:gd name="connsiteY6" fmla="*/ 213360 h 3271520"/>
              <a:gd name="connisteX7" fmla="*/ 3505200 w 4348480"/>
              <a:gd name="connsiteY7" fmla="*/ 670560 h 3271520"/>
              <a:gd name="connisteX8" fmla="*/ 3972560 w 4348480"/>
              <a:gd name="connsiteY8" fmla="*/ 1381760 h 3271520"/>
              <a:gd name="connisteX9" fmla="*/ 4348480 w 4348480"/>
              <a:gd name="connsiteY9" fmla="*/ 1686560 h 3271520"/>
              <a:gd name="connisteX10" fmla="*/ 4165600 w 4348480"/>
              <a:gd name="connsiteY10" fmla="*/ 2438400 h 3271520"/>
              <a:gd name="connisteX11" fmla="*/ 3810000 w 4348480"/>
              <a:gd name="connsiteY11" fmla="*/ 2844800 h 3271520"/>
              <a:gd name="connisteX12" fmla="*/ 3251200 w 4348480"/>
              <a:gd name="connsiteY12" fmla="*/ 3241040 h 3271520"/>
              <a:gd name="connisteX13" fmla="*/ 2499360 w 4348480"/>
              <a:gd name="connsiteY13" fmla="*/ 3190240 h 3271520"/>
              <a:gd name="connisteX14" fmla="*/ 1899920 w 4348480"/>
              <a:gd name="connsiteY14" fmla="*/ 3068320 h 3271520"/>
              <a:gd name="connisteX15" fmla="*/ 1595120 w 4348480"/>
              <a:gd name="connsiteY15" fmla="*/ 2997200 h 3271520"/>
              <a:gd name="connisteX16" fmla="*/ 1188720 w 4348480"/>
              <a:gd name="connsiteY16" fmla="*/ 3271520 h 3271520"/>
              <a:gd name="connisteX17" fmla="*/ 741680 w 4348480"/>
              <a:gd name="connsiteY17" fmla="*/ 3190240 h 3271520"/>
              <a:gd name="connisteX18" fmla="*/ 254000 w 4348480"/>
              <a:gd name="connsiteY18" fmla="*/ 3149600 h 3271520"/>
              <a:gd name="connisteX19" fmla="*/ 0 w 4348480"/>
              <a:gd name="connsiteY19" fmla="*/ 2936240 h 327152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</a:cxnLst>
            <a:rect l="l" t="t" r="r" b="b"/>
            <a:pathLst>
              <a:path w="4348480" h="3271520">
                <a:moveTo>
                  <a:pt x="0" y="2936240"/>
                </a:moveTo>
                <a:lnTo>
                  <a:pt x="294640" y="2286000"/>
                </a:lnTo>
                <a:lnTo>
                  <a:pt x="934720" y="1778000"/>
                </a:lnTo>
                <a:lnTo>
                  <a:pt x="1483360" y="1016000"/>
                </a:lnTo>
                <a:lnTo>
                  <a:pt x="1788160" y="325120"/>
                </a:lnTo>
                <a:lnTo>
                  <a:pt x="2225040" y="0"/>
                </a:lnTo>
                <a:lnTo>
                  <a:pt x="2956560" y="213360"/>
                </a:lnTo>
                <a:lnTo>
                  <a:pt x="3505200" y="670560"/>
                </a:lnTo>
                <a:lnTo>
                  <a:pt x="3972560" y="1381760"/>
                </a:lnTo>
                <a:lnTo>
                  <a:pt x="4348480" y="1686560"/>
                </a:lnTo>
                <a:lnTo>
                  <a:pt x="4165600" y="2438400"/>
                </a:lnTo>
                <a:lnTo>
                  <a:pt x="3810000" y="2844800"/>
                </a:lnTo>
                <a:lnTo>
                  <a:pt x="3251200" y="3241040"/>
                </a:lnTo>
                <a:lnTo>
                  <a:pt x="2499360" y="3190240"/>
                </a:lnTo>
                <a:lnTo>
                  <a:pt x="1899920" y="3068320"/>
                </a:lnTo>
                <a:lnTo>
                  <a:pt x="1595120" y="2997200"/>
                </a:lnTo>
                <a:lnTo>
                  <a:pt x="1188720" y="3271520"/>
                </a:lnTo>
                <a:lnTo>
                  <a:pt x="741680" y="3190240"/>
                </a:lnTo>
                <a:lnTo>
                  <a:pt x="254000" y="3149600"/>
                </a:lnTo>
                <a:lnTo>
                  <a:pt x="0" y="2936240"/>
                </a:lnTo>
                <a:close/>
              </a:path>
            </a:pathLst>
          </a:custGeom>
          <a:noFill/>
          <a:ln w="44450" cmpd="sng">
            <a:solidFill>
              <a:schemeClr val="accent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" name="Группа 5"/>
          <p:cNvGrpSpPr/>
          <p:nvPr/>
        </p:nvGrpSpPr>
        <p:grpSpPr>
          <a:xfrm>
            <a:off x="3234690" y="6350"/>
            <a:ext cx="6638925" cy="6832600"/>
            <a:chOff x="7186" y="2065"/>
            <a:chExt cx="6366" cy="6552"/>
          </a:xfrm>
        </p:grpSpPr>
        <p:pic>
          <p:nvPicPr>
            <p:cNvPr id="4" name="Изображение 3" descr="vor4-orthophoto"/>
            <p:cNvPicPr>
              <a:picLocks noChangeAspect="1"/>
            </p:cNvPicPr>
            <p:nvPr/>
          </p:nvPicPr>
          <p:blipFill>
            <a:blip r:embed="rId1"/>
            <a:srcRect l="15465" t="41253" r="40402" b="21998"/>
            <a:stretch>
              <a:fillRect/>
            </a:stretch>
          </p:blipFill>
          <p:spPr>
            <a:xfrm>
              <a:off x="7186" y="2065"/>
              <a:ext cx="6366" cy="6552"/>
            </a:xfrm>
            <a:prstGeom prst="rect">
              <a:avLst/>
            </a:prstGeom>
          </p:spPr>
        </p:pic>
        <p:sp>
          <p:nvSpPr>
            <p:cNvPr id="5" name="Полилиния 4"/>
            <p:cNvSpPr/>
            <p:nvPr/>
          </p:nvSpPr>
          <p:spPr>
            <a:xfrm>
              <a:off x="7692" y="2845"/>
              <a:ext cx="4292" cy="5017"/>
            </a:xfrm>
            <a:custGeom>
              <a:avLst/>
              <a:gdLst>
                <a:gd name="connsiteX0" fmla="*/ 2128 w 4292"/>
                <a:gd name="connsiteY0" fmla="*/ 19 h 5017"/>
                <a:gd name="connsiteX1" fmla="*/ 2596 w 4292"/>
                <a:gd name="connsiteY1" fmla="*/ 266 h 5017"/>
                <a:gd name="connsiteX2" fmla="*/ 3572 w 4292"/>
                <a:gd name="connsiteY2" fmla="*/ 602 h 5017"/>
                <a:gd name="connsiteX3" fmla="*/ 4132 w 4292"/>
                <a:gd name="connsiteY3" fmla="*/ 1050 h 5017"/>
                <a:gd name="connsiteX4" fmla="*/ 4292 w 4292"/>
                <a:gd name="connsiteY4" fmla="*/ 1418 h 5017"/>
                <a:gd name="connsiteX5" fmla="*/ 3558 w 4292"/>
                <a:gd name="connsiteY5" fmla="*/ 2547 h 5017"/>
                <a:gd name="connsiteX6" fmla="*/ 2898 w 4292"/>
                <a:gd name="connsiteY6" fmla="*/ 3357 h 5017"/>
                <a:gd name="connsiteX7" fmla="*/ 1734 w 4292"/>
                <a:gd name="connsiteY7" fmla="*/ 4743 h 5017"/>
                <a:gd name="connsiteX8" fmla="*/ 1050 w 4292"/>
                <a:gd name="connsiteY8" fmla="*/ 5017 h 5017"/>
                <a:gd name="connsiteX9" fmla="*/ 324 w 4292"/>
                <a:gd name="connsiteY9" fmla="*/ 4909 h 5017"/>
                <a:gd name="connsiteX10" fmla="*/ 0 w 4292"/>
                <a:gd name="connsiteY10" fmla="*/ 3901 h 5017"/>
                <a:gd name="connsiteX11" fmla="*/ 212 w 4292"/>
                <a:gd name="connsiteY11" fmla="*/ 3434 h 5017"/>
                <a:gd name="connsiteX12" fmla="*/ 676 w 4292"/>
                <a:gd name="connsiteY12" fmla="*/ 2058 h 5017"/>
                <a:gd name="connsiteX13" fmla="*/ 1188 w 4292"/>
                <a:gd name="connsiteY13" fmla="*/ 1130 h 5017"/>
                <a:gd name="connsiteX14" fmla="*/ 1428 w 4292"/>
                <a:gd name="connsiteY14" fmla="*/ 618 h 5017"/>
                <a:gd name="connsiteX15" fmla="*/ 2137 w 4292"/>
                <a:gd name="connsiteY15" fmla="*/ 0 h 5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292" h="5017">
                  <a:moveTo>
                    <a:pt x="2128" y="19"/>
                  </a:moveTo>
                  <a:lnTo>
                    <a:pt x="2596" y="266"/>
                  </a:lnTo>
                  <a:lnTo>
                    <a:pt x="3572" y="602"/>
                  </a:lnTo>
                  <a:lnTo>
                    <a:pt x="4132" y="1050"/>
                  </a:lnTo>
                  <a:lnTo>
                    <a:pt x="4292" y="1418"/>
                  </a:lnTo>
                  <a:lnTo>
                    <a:pt x="3558" y="2547"/>
                  </a:lnTo>
                  <a:lnTo>
                    <a:pt x="2898" y="3357"/>
                  </a:lnTo>
                  <a:lnTo>
                    <a:pt x="1734" y="4743"/>
                  </a:lnTo>
                  <a:lnTo>
                    <a:pt x="1050" y="5017"/>
                  </a:lnTo>
                  <a:lnTo>
                    <a:pt x="324" y="4909"/>
                  </a:lnTo>
                  <a:lnTo>
                    <a:pt x="0" y="3901"/>
                  </a:lnTo>
                  <a:lnTo>
                    <a:pt x="212" y="3434"/>
                  </a:lnTo>
                  <a:lnTo>
                    <a:pt x="676" y="2058"/>
                  </a:lnTo>
                  <a:lnTo>
                    <a:pt x="1188" y="1130"/>
                  </a:lnTo>
                  <a:lnTo>
                    <a:pt x="1428" y="618"/>
                  </a:lnTo>
                  <a:cubicBezTo>
                    <a:pt x="1828" y="106"/>
                    <a:pt x="1929" y="229"/>
                    <a:pt x="2137" y="0"/>
                  </a:cubicBezTo>
                </a:path>
              </a:pathLst>
            </a:custGeom>
            <a:ln w="31750" cap="rnd">
              <a:solidFill>
                <a:schemeClr val="accent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" name="Группа 6"/>
          <p:cNvGrpSpPr/>
          <p:nvPr/>
        </p:nvGrpSpPr>
        <p:grpSpPr>
          <a:xfrm>
            <a:off x="1674495" y="0"/>
            <a:ext cx="9579610" cy="6950710"/>
            <a:chOff x="4836" y="2190"/>
            <a:chExt cx="9998" cy="8110"/>
          </a:xfrm>
        </p:grpSpPr>
        <p:pic>
          <p:nvPicPr>
            <p:cNvPr id="5" name="Изображение 4" descr="vor5-orthophoto"/>
            <p:cNvPicPr>
              <a:picLocks noChangeAspect="1"/>
            </p:cNvPicPr>
            <p:nvPr/>
          </p:nvPicPr>
          <p:blipFill>
            <a:blip r:embed="rId1"/>
            <a:srcRect l="35203" t="63896" r="18052" b="4565"/>
            <a:stretch>
              <a:fillRect/>
            </a:stretch>
          </p:blipFill>
          <p:spPr>
            <a:xfrm>
              <a:off x="4836" y="2190"/>
              <a:ext cx="9999" cy="8110"/>
            </a:xfrm>
            <a:prstGeom prst="rect">
              <a:avLst/>
            </a:prstGeom>
          </p:spPr>
        </p:pic>
        <p:sp>
          <p:nvSpPr>
            <p:cNvPr id="6" name="Полилиния 5"/>
            <p:cNvSpPr/>
            <p:nvPr/>
          </p:nvSpPr>
          <p:spPr>
            <a:xfrm>
              <a:off x="6253" y="5209"/>
              <a:ext cx="4946" cy="4063"/>
            </a:xfrm>
            <a:custGeom>
              <a:avLst/>
              <a:gdLst>
                <a:gd name="connsiteX0" fmla="*/ 3491 w 4946"/>
                <a:gd name="connsiteY0" fmla="*/ 18 h 4063"/>
                <a:gd name="connsiteX1" fmla="*/ 2710 w 4946"/>
                <a:gd name="connsiteY1" fmla="*/ 36 h 4063"/>
                <a:gd name="connsiteX2" fmla="*/ 1782 w 4946"/>
                <a:gd name="connsiteY2" fmla="*/ 836 h 4063"/>
                <a:gd name="connsiteX3" fmla="*/ 1382 w 4946"/>
                <a:gd name="connsiteY3" fmla="*/ 1454 h 4063"/>
                <a:gd name="connsiteX4" fmla="*/ 437 w 4946"/>
                <a:gd name="connsiteY4" fmla="*/ 1954 h 4063"/>
                <a:gd name="connsiteX5" fmla="*/ 0 w 4946"/>
                <a:gd name="connsiteY5" fmla="*/ 2954 h 4063"/>
                <a:gd name="connsiteX6" fmla="*/ 510 w 4946"/>
                <a:gd name="connsiteY6" fmla="*/ 3626 h 4063"/>
                <a:gd name="connsiteX7" fmla="*/ 1473 w 4946"/>
                <a:gd name="connsiteY7" fmla="*/ 4063 h 4063"/>
                <a:gd name="connsiteX8" fmla="*/ 2400 w 4946"/>
                <a:gd name="connsiteY8" fmla="*/ 3582 h 4063"/>
                <a:gd name="connsiteX9" fmla="*/ 2964 w 4946"/>
                <a:gd name="connsiteY9" fmla="*/ 2891 h 4063"/>
                <a:gd name="connsiteX10" fmla="*/ 3582 w 4946"/>
                <a:gd name="connsiteY10" fmla="*/ 2163 h 4063"/>
                <a:gd name="connsiteX11" fmla="*/ 4582 w 4946"/>
                <a:gd name="connsiteY11" fmla="*/ 1545 h 4063"/>
                <a:gd name="connsiteX12" fmla="*/ 4873 w 4946"/>
                <a:gd name="connsiteY12" fmla="*/ 1181 h 4063"/>
                <a:gd name="connsiteX13" fmla="*/ 4946 w 4946"/>
                <a:gd name="connsiteY13" fmla="*/ 363 h 4063"/>
                <a:gd name="connsiteX14" fmla="*/ 4546 w 4946"/>
                <a:gd name="connsiteY14" fmla="*/ 36 h 4063"/>
                <a:gd name="connsiteX15" fmla="*/ 3582 w 4946"/>
                <a:gd name="connsiteY15" fmla="*/ 0 h 4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946" h="4063">
                  <a:moveTo>
                    <a:pt x="3491" y="18"/>
                  </a:moveTo>
                  <a:lnTo>
                    <a:pt x="2710" y="36"/>
                  </a:lnTo>
                  <a:lnTo>
                    <a:pt x="1782" y="836"/>
                  </a:lnTo>
                  <a:lnTo>
                    <a:pt x="1382" y="1454"/>
                  </a:lnTo>
                  <a:lnTo>
                    <a:pt x="437" y="1954"/>
                  </a:lnTo>
                  <a:lnTo>
                    <a:pt x="0" y="2954"/>
                  </a:lnTo>
                  <a:lnTo>
                    <a:pt x="510" y="3626"/>
                  </a:lnTo>
                  <a:lnTo>
                    <a:pt x="1473" y="4063"/>
                  </a:lnTo>
                  <a:lnTo>
                    <a:pt x="2400" y="3582"/>
                  </a:lnTo>
                  <a:lnTo>
                    <a:pt x="2964" y="2891"/>
                  </a:lnTo>
                  <a:lnTo>
                    <a:pt x="3582" y="2163"/>
                  </a:lnTo>
                  <a:lnTo>
                    <a:pt x="4582" y="1545"/>
                  </a:lnTo>
                  <a:lnTo>
                    <a:pt x="4873" y="1181"/>
                  </a:lnTo>
                  <a:lnTo>
                    <a:pt x="4946" y="363"/>
                  </a:lnTo>
                  <a:lnTo>
                    <a:pt x="4546" y="36"/>
                  </a:lnTo>
                  <a:lnTo>
                    <a:pt x="3582" y="0"/>
                  </a:lnTo>
                </a:path>
              </a:pathLst>
            </a:custGeom>
            <a:ln w="31750" cap="rnd">
              <a:solidFill>
                <a:schemeClr val="accent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宽屏</PresentationFormat>
  <Paragraphs>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SimSun</vt:lpstr>
      <vt:lpstr>Wingdings</vt:lpstr>
      <vt:lpstr>Calibri Light</vt:lpstr>
      <vt:lpstr>Arial Unicode MS</vt:lpstr>
      <vt:lpstr>Microsoft YaHei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polyd</dc:creator>
  <cp:lastModifiedBy>google1599737165</cp:lastModifiedBy>
  <cp:revision>4</cp:revision>
  <dcterms:created xsi:type="dcterms:W3CDTF">2025-07-23T00:59:00Z</dcterms:created>
  <dcterms:modified xsi:type="dcterms:W3CDTF">2026-03-24T15:04:56Z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1049-12.2.0.23196</vt:lpwstr>
  </property>
  <property fmtid="{D5CDD505-2E9C-101B-9397-08002B2CF9AE}" pid="3" name="ICV">
    <vt:lpwstr>0407385B4ADA4FAC859AA521366142D8_11</vt:lpwstr>
  </property>
</Properties>
</file>