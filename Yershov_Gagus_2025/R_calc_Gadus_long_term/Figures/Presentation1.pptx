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9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2725" y="624840"/>
            <a:ext cx="6487160" cy="3429000"/>
            <a:chOff x="335" y="984"/>
            <a:chExt cx="10216" cy="5400"/>
          </a:xfrm>
        </p:grpSpPr>
        <p:pic>
          <p:nvPicPr>
            <p:cNvPr id="4" name="Picture 3" descr="Fig_1_a"/>
            <p:cNvPicPr>
              <a:picLocks noChangeAspect="1"/>
            </p:cNvPicPr>
            <p:nvPr/>
          </p:nvPicPr>
          <p:blipFill>
            <a:blip r:embed="rId1"/>
            <a:srcRect l="12870" r="12907"/>
            <a:stretch>
              <a:fillRect/>
            </a:stretch>
          </p:blipFill>
          <p:spPr>
            <a:xfrm>
              <a:off x="358" y="1042"/>
              <a:ext cx="3081" cy="2604"/>
            </a:xfrm>
            <a:prstGeom prst="rect">
              <a:avLst/>
            </a:prstGeom>
          </p:spPr>
        </p:pic>
        <p:pic>
          <p:nvPicPr>
            <p:cNvPr id="6" name="Picture 5" descr="Fig_1_b"/>
            <p:cNvPicPr>
              <a:picLocks noChangeAspect="1"/>
            </p:cNvPicPr>
            <p:nvPr/>
          </p:nvPicPr>
          <p:blipFill>
            <a:blip r:embed="rId2"/>
            <a:srcRect l="10796" r="10083"/>
            <a:stretch>
              <a:fillRect/>
            </a:stretch>
          </p:blipFill>
          <p:spPr>
            <a:xfrm>
              <a:off x="335" y="3627"/>
              <a:ext cx="3142" cy="2491"/>
            </a:xfrm>
            <a:prstGeom prst="rect">
              <a:avLst/>
            </a:prstGeom>
          </p:spPr>
        </p:pic>
        <p:pic>
          <p:nvPicPr>
            <p:cNvPr id="7" name="Picture 6" descr="Fig_1_c"/>
            <p:cNvPicPr>
              <a:picLocks noChangeAspect="1"/>
            </p:cNvPicPr>
            <p:nvPr/>
          </p:nvPicPr>
          <p:blipFill>
            <a:blip r:embed="rId3"/>
            <a:srcRect l="9194" r="8574"/>
            <a:stretch>
              <a:fillRect/>
            </a:stretch>
          </p:blipFill>
          <p:spPr>
            <a:xfrm>
              <a:off x="3473" y="984"/>
              <a:ext cx="7079" cy="5400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72" y="4734"/>
              <a:ext cx="84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 i="1"/>
                <a:t>Chupa</a:t>
              </a:r>
              <a:endParaRPr lang="en-US" sz="600" i="1"/>
            </a:p>
            <a:p>
              <a:r>
                <a:rPr lang="en-US" sz="600" i="1"/>
                <a:t>inlet</a:t>
              </a:r>
              <a:endParaRPr lang="en-US" sz="600" i="1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316" y="4879"/>
              <a:ext cx="84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/>
                <a:t>White Sea</a:t>
              </a:r>
              <a:endParaRPr lang="en-US" sz="600"/>
            </a:p>
          </p:txBody>
        </p:sp>
        <p:sp>
          <p:nvSpPr>
            <p:cNvPr id="10" name="Text Box 9"/>
            <p:cNvSpPr txBox="1"/>
            <p:nvPr/>
          </p:nvSpPr>
          <p:spPr>
            <a:xfrm rot="1920000">
              <a:off x="656" y="4564"/>
              <a:ext cx="1356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00"/>
                <a:t>Kandalaksha Bay</a:t>
              </a:r>
              <a:endParaRPr lang="en-US" sz="50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752" y="4628"/>
              <a:ext cx="140" cy="207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Presentation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polyd</dc:creator>
  <cp:lastModifiedBy>WPS_1775125980</cp:lastModifiedBy>
  <cp:revision>1</cp:revision>
  <dcterms:created xsi:type="dcterms:W3CDTF">2026-05-28T19:35:24Z</dcterms:created>
  <dcterms:modified xsi:type="dcterms:W3CDTF">2026-05-28T19:35:25Z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F22F447D8F3E4A09B983E5316C5920E3_11</vt:lpwstr>
  </property>
</Properties>
</file>